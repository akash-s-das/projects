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34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18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019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83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83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04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73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0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50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3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530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747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8171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44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05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91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6AF5B-14C8-4E4E-AEE9-15A44009A460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AE849F9-FF35-4577-A858-C422DFFDB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84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BCC1-4ED9-7AF8-34FE-369B32AD1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Stock Market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43D00-662B-AAA4-4999-48798FE35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FEAR vs Neutral vs Greed</a:t>
            </a:r>
          </a:p>
        </p:txBody>
      </p:sp>
    </p:spTree>
    <p:extLst>
      <p:ext uri="{BB962C8B-B14F-4D97-AF65-F5344CB8AC3E}">
        <p14:creationId xmlns:p14="http://schemas.microsoft.com/office/powerpoint/2010/main" val="3222031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658A-2D92-779A-4B94-DEDE3FCD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Trader Behaviour Analysis Based on Market Sentiment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E214A-1156-6F1D-B15D-325D46D99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the job role “Junior Data Scientist ”</a:t>
            </a:r>
          </a:p>
          <a:p>
            <a:r>
              <a:rPr lang="en-US" dirty="0"/>
              <a:t>The goal of this project is to analyze how Bitcoin market sentiment (Fear, Greed, Extreme Fear, Extreme Greed) impacts trader behavior and profitability using historical trade data.</a:t>
            </a:r>
          </a:p>
        </p:txBody>
      </p:sp>
    </p:spTree>
    <p:extLst>
      <p:ext uri="{BB962C8B-B14F-4D97-AF65-F5344CB8AC3E}">
        <p14:creationId xmlns:p14="http://schemas.microsoft.com/office/powerpoint/2010/main" val="1924600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0C5E-84C0-9453-D824-6A88C48D4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9AE414-D215-EFD6-43AD-2337BED17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333" y="2133156"/>
            <a:ext cx="4137356" cy="3881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EF70E-387C-C7A7-9DF7-56869906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424" y="61180"/>
            <a:ext cx="4392578" cy="3881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966155-E4FF-BD9E-14D7-32C4F0201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424" y="3942617"/>
            <a:ext cx="4392578" cy="252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369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881A-6C30-BEC7-3A4F-A7583B73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4E9BA-9269-E4B7-9351-AA80BAA2A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median </a:t>
            </a:r>
            <a:r>
              <a:rPr lang="en-US" dirty="0" err="1"/>
              <a:t>PnL</a:t>
            </a:r>
            <a:r>
              <a:rPr lang="en-US" dirty="0"/>
              <a:t> across all sentiment categories is zero, indicating that more than half of trades close without profit or loss.</a:t>
            </a:r>
          </a:p>
          <a:p>
            <a:endParaRPr lang="en-US" dirty="0"/>
          </a:p>
          <a:p>
            <a:r>
              <a:rPr lang="en-US" dirty="0"/>
              <a:t>- Average </a:t>
            </a:r>
            <a:r>
              <a:rPr lang="en-US" dirty="0" err="1"/>
              <a:t>PnL</a:t>
            </a:r>
            <a:r>
              <a:rPr lang="en-US" dirty="0"/>
              <a:t> differs across sentiment regimes, suggesting that overall profitability is driven by a smaller number of high-impact trades.</a:t>
            </a:r>
          </a:p>
          <a:p>
            <a:endParaRPr lang="en-US" dirty="0"/>
          </a:p>
          <a:p>
            <a:r>
              <a:rPr lang="en-US" dirty="0"/>
              <a:t>- Trade activity is higher during Greed and Extreme Greed periods compared to Fear-based periods.</a:t>
            </a:r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PnL</a:t>
            </a:r>
            <a:r>
              <a:rPr lang="en-US" dirty="0"/>
              <a:t> distributions during Greed show higher volatility, indicating both higher potential gains and larger losses.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6771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A053-6534-72C9-72EF-A1EBF3320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110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24641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142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Stock Market Analysis</vt:lpstr>
      <vt:lpstr>Trader Behaviour Analysis Based on Market Sentiment</vt:lpstr>
      <vt:lpstr>Visualizations</vt:lpstr>
      <vt:lpstr>Key Insights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das</dc:creator>
  <cp:lastModifiedBy>akash das</cp:lastModifiedBy>
  <cp:revision>2</cp:revision>
  <dcterms:created xsi:type="dcterms:W3CDTF">2026-02-04T18:43:51Z</dcterms:created>
  <dcterms:modified xsi:type="dcterms:W3CDTF">2026-02-04T19:01:46Z</dcterms:modified>
</cp:coreProperties>
</file>